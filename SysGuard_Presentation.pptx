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SysGuard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Linux System Health Monitor</a:t>
            </a:r>
          </a:p>
          <a:p>
            <a:r>
              <a:t>C++17 • Linux • System Programming • Device Driver Concepts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Linux provides CPU, memory, disk and process information through different commands and interfaces.</a:t>
            </a:r>
          </a:p>
          <a:p>
            <a:pPr>
              <a:defRPr sz="2000"/>
            </a:pPr>
            <a:r>
              <a:t>SysGuard combines these monitoring functions into one lightweight command-line application.</a:t>
            </a:r>
          </a:p>
          <a:p>
            <a:pPr>
              <a:defRPr sz="2000"/>
            </a:pPr>
            <a:r>
              <a:t>Goal: provide a simple system-health view while demonstrating Linux system programming.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• Monitor CPU, memory and storage</a:t>
            </a:r>
          </a:p>
          <a:p>
            <a:pPr>
              <a:defRPr sz="2000"/>
            </a:pPr>
            <a:r>
              <a:t>• Display Linux/kernel/system information</a:t>
            </a:r>
          </a:p>
          <a:p>
            <a:pPr>
              <a:defRPr sz="2000"/>
            </a:pPr>
            <a:r>
              <a:t>• Enumerate and search processes</a:t>
            </a:r>
          </a:p>
          <a:p>
            <a:pPr>
              <a:defRPr sz="2000"/>
            </a:pPr>
            <a:r>
              <a:t>• Provide controlled process termination</a:t>
            </a:r>
          </a:p>
          <a:p>
            <a:pPr>
              <a:defRPr sz="2000"/>
            </a:pPr>
            <a:r>
              <a:t>• Calculate overall system health</a:t>
            </a:r>
          </a:p>
          <a:p>
            <a:pPr>
              <a:defRPr sz="2000"/>
            </a:pPr>
            <a:r>
              <a:t>• Log monitoring snapshots</a:t>
            </a:r>
          </a:p>
          <a:p>
            <a:pPr>
              <a:defRPr sz="2000"/>
            </a:pPr>
            <a:r>
              <a:t>• Demonstrate user-space / kernel-space communication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Operating System: Linux</a:t>
            </a:r>
          </a:p>
          <a:p>
            <a:pPr>
              <a:defRPr sz="2000"/>
            </a:pPr>
            <a:r>
              <a:t>Application Language: C++17</a:t>
            </a:r>
          </a:p>
          <a:p>
            <a:pPr>
              <a:defRPr sz="2000"/>
            </a:pPr>
            <a:r>
              <a:t>Driver Language: C</a:t>
            </a:r>
          </a:p>
          <a:p>
            <a:pPr>
              <a:defRPr sz="2000"/>
            </a:pPr>
            <a:r>
              <a:t>Build System: GNU Make</a:t>
            </a:r>
          </a:p>
          <a:p>
            <a:pPr>
              <a:defRPr sz="2000"/>
            </a:pPr>
            <a:r>
              <a:t>System Interfaces: /proc, uname(), statvfs(), Linux signals</a:t>
            </a:r>
          </a:p>
          <a:p>
            <a:pPr>
              <a:defRPr sz="2000"/>
            </a:pPr>
            <a:r>
              <a:t>Version Control: Git + GitHub</a:t>
            </a:r>
          </a:p>
          <a:p>
            <a:pPr>
              <a:defRPr sz="2000"/>
            </a:pPr>
            <a:r>
              <a:t>Interface: Terminal / CLI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User</a:t>
            </a:r>
          </a:p>
          <a:p>
            <a:pPr>
              <a:defRPr sz="2000"/>
            </a:pPr>
            <a:r>
              <a:t>  ↓</a:t>
            </a:r>
          </a:p>
          <a:p>
            <a:pPr>
              <a:defRPr sz="2000"/>
            </a:pPr>
            <a:r>
              <a:t>SysGuard C++ Application</a:t>
            </a:r>
          </a:p>
          <a:p>
            <a:pPr>
              <a:defRPr sz="2000"/>
            </a:pPr>
            <a:r>
              <a:t>  ↓</a:t>
            </a:r>
          </a:p>
          <a:p>
            <a:pPr>
              <a:defRPr sz="2000"/>
            </a:pPr>
            <a:r>
              <a:t>Linux system interfaces</a:t>
            </a:r>
          </a:p>
          <a:p>
            <a:pPr>
              <a:defRPr sz="2000"/>
            </a:pPr>
            <a:r>
              <a:t>  ↓</a:t>
            </a:r>
          </a:p>
          <a:p>
            <a:pPr>
              <a:defRPr sz="2000"/>
            </a:pPr>
            <a:r>
              <a:t>/proc  •  /sys  •  statvfs()</a:t>
            </a:r>
          </a:p>
          <a:p>
            <a:pPr>
              <a:defRPr sz="2000"/>
            </a:pPr>
            <a:r>
              <a:t>  ↓</a:t>
            </a:r>
          </a:p>
          <a:p>
            <a:pPr>
              <a:defRPr sz="2000"/>
            </a:pPr>
            <a:r>
              <a:t>Linux Kernel</a:t>
            </a:r>
          </a:p>
          <a:p>
            <a:pPr>
              <a:defRPr sz="2000"/>
            </a:pPr>
            <a:r>
              <a:t>  ↓</a:t>
            </a:r>
          </a:p>
          <a:p>
            <a:pPr>
              <a:defRPr sz="2000"/>
            </a:pPr>
            <a:r>
              <a:t>CPU • Memory • Processes • Filesystem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Optional driver path:</a:t>
            </a:r>
          </a:p>
          <a:p>
            <a:pPr>
              <a:defRPr sz="2000"/>
            </a:pPr>
            <a:r>
              <a:t>C++ → /dev/sysguard → Character Driver → Kernel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Major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• System Information</a:t>
            </a:r>
          </a:p>
          <a:p>
            <a:pPr>
              <a:defRPr sz="2000"/>
            </a:pPr>
            <a:r>
              <a:t>• CPU Monitor</a:t>
            </a:r>
          </a:p>
          <a:p>
            <a:pPr>
              <a:defRPr sz="2000"/>
            </a:pPr>
            <a:r>
              <a:t>• Memory Monitor</a:t>
            </a:r>
          </a:p>
          <a:p>
            <a:pPr>
              <a:defRPr sz="2000"/>
            </a:pPr>
            <a:r>
              <a:t>• Disk Monitor</a:t>
            </a:r>
          </a:p>
          <a:p>
            <a:pPr>
              <a:defRPr sz="2000"/>
            </a:pPr>
            <a:r>
              <a:t>• Process Monitor</a:t>
            </a:r>
          </a:p>
          <a:p>
            <a:pPr>
              <a:defRPr sz="2000"/>
            </a:pPr>
            <a:r>
              <a:t>• Health Monitor</a:t>
            </a:r>
          </a:p>
          <a:p>
            <a:pPr>
              <a:defRPr sz="2000"/>
            </a:pPr>
            <a:r>
              <a:t>• Logger</a:t>
            </a:r>
          </a:p>
          <a:p>
            <a:pPr>
              <a:defRPr sz="2000"/>
            </a:pPr>
            <a:r>
              <a:t>• Linux Character Device Driver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Linux Concepts Demonstrated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• User space vs kernel space</a:t>
            </a:r>
          </a:p>
          <a:p>
            <a:pPr>
              <a:defRPr sz="2000"/>
            </a:pPr>
            <a:r>
              <a:t>• /proc virtual filesystem</a:t>
            </a:r>
          </a:p>
          <a:p>
            <a:pPr>
              <a:defRPr sz="2000"/>
            </a:pPr>
            <a:r>
              <a:t>• Processes and PIDs</a:t>
            </a:r>
          </a:p>
          <a:p>
            <a:pPr>
              <a:defRPr sz="2000"/>
            </a:pPr>
            <a:r>
              <a:t>• Linux signals</a:t>
            </a:r>
          </a:p>
          <a:p>
            <a:pPr>
              <a:defRPr sz="2000"/>
            </a:pPr>
            <a:r>
              <a:t>• System calls / OS interfaces</a:t>
            </a:r>
          </a:p>
          <a:p>
            <a:pPr>
              <a:defRPr sz="2000"/>
            </a:pPr>
            <a:r>
              <a:t>• Filesystem statistics</a:t>
            </a:r>
          </a:p>
          <a:p>
            <a:pPr>
              <a:defRPr sz="2000"/>
            </a:pPr>
            <a:r>
              <a:t>• Kernel modules and character devices</a:t>
            </a:r>
          </a:p>
          <a:p>
            <a:pPr>
              <a:defRPr sz="2000"/>
            </a:pPr>
            <a:r>
              <a:t>• Hardware/software interaction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C++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• Classes and modular design</a:t>
            </a:r>
          </a:p>
          <a:p>
            <a:pPr>
              <a:defRPr sz="2000"/>
            </a:pPr>
            <a:r>
              <a:t>• Structures and data modeling</a:t>
            </a:r>
          </a:p>
          <a:p>
            <a:pPr>
              <a:defRPr sz="2000"/>
            </a:pPr>
            <a:r>
              <a:t>• Functions</a:t>
            </a:r>
          </a:p>
          <a:p>
            <a:pPr>
              <a:defRPr sz="2000"/>
            </a:pPr>
            <a:r>
              <a:t>• STL vector and string</a:t>
            </a:r>
          </a:p>
          <a:p>
            <a:pPr>
              <a:defRPr sz="2000"/>
            </a:pPr>
            <a:r>
              <a:t>• File streams</a:t>
            </a:r>
          </a:p>
          <a:p>
            <a:pPr>
              <a:defRPr sz="2000"/>
            </a:pPr>
            <a:r>
              <a:t>• Error handling</a:t>
            </a:r>
          </a:p>
          <a:p>
            <a:pPr>
              <a:defRPr sz="2000"/>
            </a:pPr>
            <a:r>
              <a:t>• Make-based compilation</a:t>
            </a:r>
          </a:p>
          <a:p>
            <a:pPr>
              <a:defRPr sz="2000"/>
            </a:pPr>
            <a:r>
              <a:t>• Separation of interface and implementation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Health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CPU &lt; 75%      → Normal</a:t>
            </a:r>
          </a:p>
          <a:p>
            <a:pPr>
              <a:defRPr sz="2000"/>
            </a:pPr>
            <a:r>
              <a:t>CPU 75–89%      → Warning</a:t>
            </a:r>
          </a:p>
          <a:p>
            <a:pPr>
              <a:defRPr sz="2000"/>
            </a:pPr>
            <a:r>
              <a:t>CPU ≥ 90%       → Critical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Memory and Disk use similar thresholds.</a:t>
            </a:r>
          </a:p>
          <a:p>
            <a:pPr>
              <a:defRPr sz="2000"/>
            </a:pPr>
            <a:r>
              <a:t>Load average is also considered.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Final status:</a:t>
            </a:r>
          </a:p>
          <a:p>
            <a:pPr>
              <a:defRPr sz="2000"/>
            </a:pPr>
            <a:r>
              <a:t>HEALTHY / WARNING / CRITICAL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Device Driver Component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 minimal Linux character device is exposed as: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/dev/sysguard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module demonstrates:</a:t>
            </a:r>
          </a:p>
          <a:p>
            <a:pPr>
              <a:defRPr sz="2000"/>
            </a:pPr>
            <a:r>
              <a:t>• Kernel module lifecycle</a:t>
            </a:r>
          </a:p>
          <a:p>
            <a:pPr>
              <a:defRPr sz="2000"/>
            </a:pPr>
            <a:r>
              <a:t>• Character device registration</a:t>
            </a:r>
          </a:p>
          <a:p>
            <a:pPr>
              <a:defRPr sz="2000"/>
            </a:pPr>
            <a:r>
              <a:t>• File operations</a:t>
            </a:r>
          </a:p>
          <a:p>
            <a:pPr>
              <a:defRPr sz="2000"/>
            </a:pPr>
            <a:r>
              <a:t>• copy_to_user()</a:t>
            </a:r>
          </a:p>
          <a:p>
            <a:pPr>
              <a:defRPr sz="2000"/>
            </a:pPr>
            <a:r>
              <a:t>• User-space → kernel-space interaction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driver is intentionally small and read-only.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Build test</a:t>
            </a:r>
          </a:p>
          <a:p>
            <a:pPr>
              <a:defRPr sz="2000"/>
            </a:pPr>
            <a:r>
              <a:t>System information test</a:t>
            </a:r>
          </a:p>
          <a:p>
            <a:pPr>
              <a:defRPr sz="2000"/>
            </a:pPr>
            <a:r>
              <a:t>CPU test</a:t>
            </a:r>
          </a:p>
          <a:p>
            <a:pPr>
              <a:defRPr sz="2000"/>
            </a:pPr>
            <a:r>
              <a:t>Memory test</a:t>
            </a:r>
          </a:p>
          <a:p>
            <a:pPr>
              <a:defRPr sz="2000"/>
            </a:pPr>
            <a:r>
              <a:t>Disk test</a:t>
            </a:r>
          </a:p>
          <a:p>
            <a:pPr>
              <a:defRPr sz="2000"/>
            </a:pPr>
            <a:r>
              <a:t>Process enumeration test</a:t>
            </a:r>
          </a:p>
          <a:p>
            <a:pPr>
              <a:defRPr sz="2000"/>
            </a:pPr>
            <a:r>
              <a:t>Process search test</a:t>
            </a:r>
          </a:p>
          <a:p>
            <a:pPr>
              <a:defRPr sz="2000"/>
            </a:pPr>
            <a:r>
              <a:t>Process termination test</a:t>
            </a:r>
          </a:p>
          <a:p>
            <a:pPr>
              <a:defRPr sz="2000"/>
            </a:pPr>
            <a:r>
              <a:t>Logging test</a:t>
            </a:r>
          </a:p>
          <a:p>
            <a:pPr>
              <a:defRPr sz="2000"/>
            </a:pPr>
            <a:r>
              <a:t>Driver build/load/read 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Results &amp;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Live demonstration:</a:t>
            </a:r>
          </a:p>
          <a:p>
            <a:pPr>
              <a:defRPr sz="2000"/>
            </a:pPr>
            <a:r>
              <a:t>1. Build with make</a:t>
            </a:r>
          </a:p>
          <a:p>
            <a:pPr>
              <a:defRPr sz="2000"/>
            </a:pPr>
            <a:r>
              <a:t>2. Launch ./sysguard</a:t>
            </a:r>
          </a:p>
          <a:p>
            <a:pPr>
              <a:defRPr sz="2000"/>
            </a:pPr>
            <a:r>
              <a:t>3. Open dashboard</a:t>
            </a:r>
          </a:p>
          <a:p>
            <a:pPr>
              <a:defRPr sz="2000"/>
            </a:pPr>
            <a:r>
              <a:t>4. Show process list/search</a:t>
            </a:r>
          </a:p>
          <a:p>
            <a:pPr>
              <a:defRPr sz="2000"/>
            </a:pPr>
            <a:r>
              <a:t>5. Save a log snapshot</a:t>
            </a:r>
          </a:p>
          <a:p>
            <a:pPr>
              <a:defRPr sz="2000"/>
            </a:pPr>
            <a:r>
              <a:t>6. If available, load driver and read /dev/sysguard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Replace this slide with actual screenshots before submission.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Limitations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Limitations:</a:t>
            </a:r>
          </a:p>
          <a:p>
            <a:pPr>
              <a:defRPr sz="2000"/>
            </a:pPr>
            <a:r>
              <a:t>• Linux-specific</a:t>
            </a:r>
          </a:p>
          <a:p>
            <a:pPr>
              <a:defRPr sz="2000"/>
            </a:pPr>
            <a:r>
              <a:t>• Minimal driver</a:t>
            </a:r>
          </a:p>
          <a:p>
            <a:pPr>
              <a:defRPr sz="2000"/>
            </a:pPr>
            <a:r>
              <a:t>• No GUI</a:t>
            </a:r>
          </a:p>
          <a:p>
            <a:pPr>
              <a:defRPr sz="2000"/>
            </a:pPr>
            <a:r>
              <a:t>• Sensor availability varies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Future:</a:t>
            </a:r>
          </a:p>
          <a:p>
            <a:pPr>
              <a:defRPr sz="2000"/>
            </a:pPr>
            <a:r>
              <a:t>• ncurses dashboard</a:t>
            </a:r>
          </a:p>
          <a:p>
            <a:pPr>
              <a:defRPr sz="2000"/>
            </a:pPr>
            <a:r>
              <a:t>• Configurable alerts</a:t>
            </a:r>
          </a:p>
          <a:p>
            <a:pPr>
              <a:defRPr sz="2000"/>
            </a:pPr>
            <a:r>
              <a:t>• Historical graphs</a:t>
            </a:r>
          </a:p>
          <a:p>
            <a:pPr>
              <a:defRPr sz="2000"/>
            </a:pPr>
            <a:r>
              <a:t>• Temperature/network monitoring</a:t>
            </a:r>
          </a:p>
          <a:p>
            <a:pPr>
              <a:defRPr sz="2000"/>
            </a:pPr>
            <a:r>
              <a:t>• Extended ioctl interface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SysGuard demonstrates how a C++ application can collect and analyze Linux system information while connecting operating-system concepts with hardware/software architecture.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The project follows the flow:</a:t>
            </a:r>
          </a:p>
          <a:p>
            <a:pPr>
              <a:defRPr sz="2000"/>
            </a:pPr>
            <a:r>
              <a:t>Requirements → Design → Implementation → Testing → Final Delivery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