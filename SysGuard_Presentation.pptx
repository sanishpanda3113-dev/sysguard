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561320" cy="4343400"/>
          </a:xfrm>
          <a:prstGeom prst="roundRect">
            <a:avLst/>
          </a:prstGeom>
          <a:solidFill>
            <a:srgbClr val="17233B"/>
          </a:solidFill>
          <a:ln>
            <a:solidFill>
              <a:srgbClr val="29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82880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SysGuard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2606040"/>
            <a:ext cx="9509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BFDBFE"/>
                </a:solidFill>
              </a:defRPr>
            </a:pPr>
            <a:r>
              <a:t>Linux System Health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3429000"/>
            <a:ext cx="9326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C++17  •  Linux  •  System Programming  •  Process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526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Sanish Panda  |  B.Tech CSE  |  Capstone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SysGuard • Linux System Health Monitor   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Why SysGuard?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649224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Linux exposes system-health information through different commands and virtual interfaces.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Checking CPU, memory, storage and processes separately makes routine diagnosis less convenient.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SysGuard combines these checks into one lightweight terminal application.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The project connects C++ application logic with Linux operating-system concepts.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4592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64592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1810512"/>
            <a:ext cx="31272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240280"/>
            <a:ext cx="3127248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Usage &amp; 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9748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2697480"/>
            <a:ext cx="73152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2862072"/>
            <a:ext cx="31272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3291840"/>
            <a:ext cx="3127248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RAM &amp; swap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749039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3749039"/>
            <a:ext cx="7315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3913631"/>
            <a:ext cx="31272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4343400"/>
            <a:ext cx="3127248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Filesystem usage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80060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4800600"/>
            <a:ext cx="73152" cy="914400"/>
          </a:xfrm>
          <a:prstGeom prst="rect">
            <a:avLst/>
          </a:prstGeom>
          <a:solidFill>
            <a:srgbClr val="EA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4965192"/>
            <a:ext cx="31272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Processes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5394960"/>
            <a:ext cx="3127248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PIDs &amp; states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SysGuard • Linux System Health Monitor      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What the project was built to demonstrate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42416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Monitor CPU utilization and system load.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Monitor RAM, swap and root filesystem usage.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Display Linux and basic computer-architecture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List and search Linux processes and provide controlled termination.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Calculate overall health and save monitoring snapshots.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Demonstrate modular C++ design and Linux user-space/kernel-space concepts.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SysGuard • Linux System Health Monitor        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Development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Six-stage capstone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73736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1"/>
            <a:ext cx="566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91639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67128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Problem, objective,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81728" y="173736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856231"/>
            <a:ext cx="566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691639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167128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PRD, modules,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5087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76488" y="173736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1856231"/>
            <a:ext cx="566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691639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167128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Architecture, UML, implementation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2044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968" y="3749039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867912"/>
            <a:ext cx="566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703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178808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Core C++ modules and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52044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81728" y="3749039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3867912"/>
            <a:ext cx="566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703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4178808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Debugging, validation, documentation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52044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76488" y="3749039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3867912"/>
            <a:ext cx="5669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703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Final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4178808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GitHub, report, PPT,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SysGuard • Linux System Health Monitor      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Development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53312"/>
            <a:ext cx="38404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26464"/>
            <a:ext cx="1554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426464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t>Ubuntu 26.04.1 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20824"/>
            <a:ext cx="38404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93976"/>
            <a:ext cx="1554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93976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t>C++17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88336"/>
            <a:ext cx="38404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61488"/>
            <a:ext cx="1554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Driver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761488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t>C / Linux kernel APIs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55848"/>
            <a:ext cx="38404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1554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Compiler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429000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t>GNU g++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023360"/>
            <a:ext cx="38404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96512"/>
            <a:ext cx="1554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096512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t>GNU Make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690872"/>
            <a:ext cx="38404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764024"/>
            <a:ext cx="1554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Version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764024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t>Git + GitHub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358383"/>
            <a:ext cx="38404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31536"/>
            <a:ext cx="1554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431536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t>Terminal / CLI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1417320"/>
            <a:ext cx="51663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1417320"/>
            <a:ext cx="73152" cy="4160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6712" y="1581912"/>
            <a:ext cx="48188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Verified development 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6712" y="2011680"/>
            <a:ext cx="4818888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Ubuntu 26.04.1 LTS</a:t>
            </a:r>
            <a:br/>
            <a:r>
              <a:t>6.18.40.1-microsoft-standard-WSL2</a:t>
            </a:r>
            <a:br/>
            <a:r>
              <a:t>x86_64</a:t>
            </a:r>
            <a:br/>
            <a:r>
              <a:t>AMD Ryzen 7 6800H with Radeon Graphics</a:t>
            </a:r>
            <a:br/>
            <a:r>
              <a:t>16 cores reported by the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SysGuard • Linux System Health Monitor        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Application → Linux interfaces → kernel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371600"/>
            <a:ext cx="859536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508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SysGuard C++ CLI  —  User space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23560" y="2194560"/>
            <a:ext cx="822960" cy="347472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2514600"/>
            <a:ext cx="8595360" cy="7498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651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Linux interfaces  —  /proc  •  uname()  •  statvfs()  •  signals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623560" y="3337560"/>
            <a:ext cx="822960" cy="347472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0" y="3657600"/>
            <a:ext cx="8595360" cy="7498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3794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Linux Kernel  —  Process / memory / filesystem / device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4983480"/>
            <a:ext cx="6126480" cy="685800"/>
          </a:xfrm>
          <a:prstGeom prst="roundRect">
            <a:avLst/>
          </a:prstGeom>
          <a:solidFill>
            <a:srgbClr val="E2E8F0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5148072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CPU  •  RAM  •  Storage  •  Processes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SysGuard • Linux System Health Monitor        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6. Main Modules &amp; Linux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How the application is organized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536192"/>
            <a:ext cx="46817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SystemInfo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965960"/>
            <a:ext cx="468172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uname(), /proc/uptime, /etc/os-release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0292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73152" cy="8961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46817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CPUMonitor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965960"/>
            <a:ext cx="468172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/proc/stat, /proc/cpuinfo, /proc/loadavg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42032"/>
            <a:ext cx="50292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542032"/>
            <a:ext cx="73152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706624"/>
            <a:ext cx="46817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MemoryMonitor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136392"/>
            <a:ext cx="468172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/proc/meminfo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542032"/>
            <a:ext cx="50292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542032"/>
            <a:ext cx="73152" cy="896112"/>
          </a:xfrm>
          <a:prstGeom prst="rect">
            <a:avLst/>
          </a:prstGeom>
          <a:solidFill>
            <a:srgbClr val="EA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706624"/>
            <a:ext cx="46817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DiskMonitor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136392"/>
            <a:ext cx="468172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statvfs()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12464"/>
            <a:ext cx="50292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712464"/>
            <a:ext cx="73152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877056"/>
            <a:ext cx="46817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ProcessMonitor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306824"/>
            <a:ext cx="468172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/proc + Linux signals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12464"/>
            <a:ext cx="50292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712464"/>
            <a:ext cx="73152" cy="896112"/>
          </a:xfrm>
          <a:prstGeom prst="rect">
            <a:avLst/>
          </a:prstGeom>
          <a:solidFill>
            <a:srgbClr val="DC4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877056"/>
            <a:ext cx="46817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HealthMonitor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306824"/>
            <a:ext cx="468172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Threshold-based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882896"/>
            <a:ext cx="50292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882896"/>
            <a:ext cx="73152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5047488"/>
            <a:ext cx="46817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Logger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5477256"/>
            <a:ext cx="468172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sysguard.log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SysGuard • Linux System Health Monitor        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7. Live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Actual SysGuard output captured during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7690104" cy="4718303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444" y="1325880"/>
            <a:ext cx="6457070" cy="4663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03920" y="1417320"/>
            <a:ext cx="2971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141732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14232" y="1581912"/>
            <a:ext cx="26243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011680"/>
            <a:ext cx="2624328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0.0% usage • Load 0.0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514600"/>
            <a:ext cx="2971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2514600"/>
            <a:ext cx="73152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2679192"/>
            <a:ext cx="26243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3108960"/>
            <a:ext cx="2624328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8.1% 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3611880"/>
            <a:ext cx="2971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3611880"/>
            <a:ext cx="7315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3776472"/>
            <a:ext cx="26243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4206240"/>
            <a:ext cx="2624328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5.3% 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4709160"/>
            <a:ext cx="2971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4709160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4232" y="4873752"/>
            <a:ext cx="26243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Overall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5303520"/>
            <a:ext cx="2624328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HEALTHY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SysGuard • Linux System Health Monitor        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8. Process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Enumeration and search of Linux processes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5586983" cy="4535424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92723"/>
            <a:ext cx="5532120" cy="35297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27648" y="2715768"/>
            <a:ext cx="5129783" cy="2295144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70530"/>
            <a:ext cx="5074920" cy="17856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132588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73152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490472"/>
            <a:ext cx="46360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Verified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1920240"/>
            <a:ext cx="4636008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Query: bash  •  2 matches  •  PIDs 330 and 633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SysGuard • Linux System Health Monitor        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9. 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What was actually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603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937"/>
                </a:solidFill>
              </a:defRPr>
            </a:pPr>
            <a:r>
              <a:t>Build with make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316736"/>
            <a:ext cx="192024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3448" y="135331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603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937"/>
                </a:solidFill>
              </a:defRPr>
            </a:pPr>
            <a:r>
              <a:t>Application launch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819656"/>
            <a:ext cx="192024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3448" y="1856231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603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937"/>
                </a:solidFill>
              </a:defRPr>
            </a:pPr>
            <a: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322576"/>
            <a:ext cx="192024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3448" y="2359151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34640"/>
            <a:ext cx="603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937"/>
                </a:solidFill>
              </a:defRPr>
            </a:pPr>
            <a:r>
              <a:t>System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825496"/>
            <a:ext cx="192024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3448" y="286207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37560"/>
            <a:ext cx="603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937"/>
                </a:solidFill>
              </a:defRPr>
            </a:pPr>
            <a:r>
              <a:t>Process listing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3328416"/>
            <a:ext cx="192024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3448" y="336499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40480"/>
            <a:ext cx="603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937"/>
                </a:solidFill>
              </a:defRPr>
            </a:pPr>
            <a:r>
              <a:t>Process 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3831336"/>
            <a:ext cx="192024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386791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43400"/>
            <a:ext cx="603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937"/>
                </a:solidFill>
              </a:defRPr>
            </a:pPr>
            <a:r>
              <a:t>Health snapshot logging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4334256"/>
            <a:ext cx="192024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8" y="437083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46320"/>
            <a:ext cx="603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937"/>
                </a:solidFill>
              </a:defRPr>
            </a:pPr>
            <a:r>
              <a:t>Driver runtime test in WSL2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4837176"/>
            <a:ext cx="1920240" cy="320040"/>
          </a:xfrm>
          <a:prstGeom prst="roundRect">
            <a:avLst/>
          </a:prstGeom>
          <a:solidFill>
            <a:srgbClr val="EA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13448" y="487375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NOT VALIDATED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25128" y="1298448"/>
            <a:ext cx="2386584" cy="1883664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820256"/>
            <a:ext cx="2331720" cy="840047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9052560" y="3429000"/>
            <a:ext cx="2331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3429000"/>
            <a:ext cx="7315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2" y="3593592"/>
            <a:ext cx="19842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Log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4023360"/>
            <a:ext cx="198424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Snapshot written to</a:t>
            </a:r>
            <a:br/>
            <a:r>
              <a:t>sysguard.log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SysGuard • Linux System Health Monitor     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10. Device Driver, 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Transparent project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90472"/>
            <a:ext cx="3081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Character driver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20240"/>
            <a:ext cx="308152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t>Source: driver/sysguard_driver.c</a:t>
            </a:r>
            <a:br/>
            <a:br/>
            <a:r>
              <a:t>Designed device:</a:t>
            </a:r>
            <a:br/>
            <a:r>
              <a:t>/dev/sysguard</a:t>
            </a:r>
            <a:br/>
            <a:br/>
            <a:r>
              <a:t>Uses the Linux misc-device framework.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2194560"/>
          </a:xfrm>
          <a:prstGeom prst="rect">
            <a:avLst/>
          </a:prstGeom>
          <a:solidFill>
            <a:srgbClr val="EA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490472"/>
            <a:ext cx="3081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WSL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20240"/>
            <a:ext cx="308152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t>The running WSL2 kernel did not provide the matching kernel development tree.</a:t>
            </a:r>
            <a:br/>
            <a:br/>
            <a:r>
              <a:t>Therefore driver loading was not validated in this environment.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73152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490472"/>
            <a:ext cx="3081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Future improvements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20240"/>
            <a:ext cx="308152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t>• ncurses real-time UI</a:t>
            </a:r>
            <a:br/>
            <a:r>
              <a:t>• Per-process CPU/RAM metrics</a:t>
            </a:r>
            <a:br/>
            <a:r>
              <a:t>• Configurable thresholds</a:t>
            </a:r>
            <a:br/>
            <a:r>
              <a:t>• Temperature/network monitoring</a:t>
            </a:r>
            <a:br/>
            <a:r>
              <a:t>• Extended ioctl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67328"/>
            <a:ext cx="7004303" cy="2112264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943" y="3794760"/>
            <a:ext cx="3237152" cy="2057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55279" y="39319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GitHub Repository</a:t>
            </a:r>
          </a:p>
          <a:p>
            <a:pPr>
              <a:defRPr sz="1400">
                <a:solidFill>
                  <a:srgbClr val="2563EB"/>
                </a:solidFill>
              </a:defRPr>
            </a:pPr>
            <a:r>
              <a:t>github.com/sanishpanda3113-dev/SysGuard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Source • Documentation • Driver • Tests • PPT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5577840"/>
            <a:ext cx="3291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5696712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Project: Working &amp; Demonstrable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SysGuard • Linux System Health Monitor                                          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SysGuard – Linux System Health Monitor</dc:title>
  <dc:subject>Capstone Project Presentation</dc:subject>
  <dc:creator>Sanish Panda</dc:creator>
  <cp:keywords>Linux, C++, system programming, process monitoring, kernel, device driver</cp:keywords>
  <dc:description>Prepared for capstone project evaluation.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