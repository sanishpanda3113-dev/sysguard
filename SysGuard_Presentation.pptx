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10698480" cy="4114800"/>
          </a:xfrm>
          <a:prstGeom prst="roundRect">
            <a:avLst/>
          </a:prstGeom>
          <a:solidFill>
            <a:srgbClr val="0E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9875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SysGuard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283464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BEDCFA"/>
                </a:solidFill>
              </a:defRPr>
            </a:pPr>
            <a:r>
              <a:t>Linux System Health Monitor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3794760"/>
            <a:ext cx="9326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C++17  •  Linux  •  System Programming  •  Process Monitoring  •  Character Driver Concepts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1.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Why SysGuard?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Linux exposes system information through many separate tools and interfaces.</a:t>
            </a:r>
          </a:p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A user often needs multiple commands to understand CPU, memory, storage and process activity.</a:t>
            </a:r>
          </a:p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SysGuard combines these capabilities into one lightweight C++ command-line tool.</a:t>
            </a:r>
          </a:p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The project also demonstrates how software interacts with Linux system interfaces and the kernel.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2.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Project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Monitor CPU, memory, disk and process activity.</a:t>
            </a:r>
          </a:p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Display Linux and computer-architecture related information.</a:t>
            </a:r>
          </a:p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Provide process search and controlled termination.</a:t>
            </a:r>
          </a:p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Calculate overall system health and log snapshots.</a:t>
            </a:r>
          </a:p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Demonstrate user-space/kernel-space and character-device concepts.</a:t>
            </a:r>
          </a:p>
          <a:p>
            <a:pPr>
              <a:spcAft>
                <a:spcPts val="1000"/>
              </a:spcAft>
              <a:defRPr sz="2000">
                <a:solidFill>
                  <a:srgbClr val="1C2536"/>
                </a:solidFill>
              </a:defRPr>
            </a:pPr>
            <a:r>
              <a:t>Maintain a professional GitHub project structure and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3.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Implementation environment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3108960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2763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E1827"/>
                </a:solidFill>
              </a:defRPr>
            </a:pPr>
            <a:r>
              <a:t>Operating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627632"/>
            <a:ext cx="6675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Ubuntu Linux / WSL2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267712"/>
            <a:ext cx="3108960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40864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E1827"/>
                </a:solidFill>
              </a:defRPr>
            </a:pPr>
            <a:r>
              <a:t>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340864"/>
            <a:ext cx="6675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C++17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3108960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54096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E1827"/>
                </a:solidFill>
              </a:defRPr>
            </a:pPr>
            <a:r>
              <a:t>Driver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3054096"/>
            <a:ext cx="6675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C / Linux kernel APIs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94176"/>
            <a:ext cx="3108960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6732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E1827"/>
                </a:solidFill>
              </a:defRPr>
            </a:pPr>
            <a:r>
              <a:t>Build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767328"/>
            <a:ext cx="6675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GNU Make + g++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07408"/>
            <a:ext cx="3108960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805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E1827"/>
                </a:solidFill>
              </a:defRPr>
            </a:pPr>
            <a:r>
              <a:t>System Interfaces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4480560"/>
            <a:ext cx="6675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/proc, uname(), statvfs(), Linux signals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120640"/>
            <a:ext cx="3108960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9379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E1827"/>
                </a:solidFill>
              </a:defRPr>
            </a:pPr>
            <a:r>
              <a:t>Version Control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193792"/>
            <a:ext cx="6675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Git + GitHub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4.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Application → Linux interfaces → kernel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417320"/>
            <a:ext cx="8229600" cy="777240"/>
          </a:xfrm>
          <a:prstGeom prst="round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8840" y="1527048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SysGuard C++ CLI  |  User space</a:t>
            </a:r>
          </a:p>
        </p:txBody>
      </p:sp>
      <p:sp>
        <p:nvSpPr>
          <p:cNvPr id="8" name="Down Arrow 7"/>
          <p:cNvSpPr/>
          <p:nvPr/>
        </p:nvSpPr>
        <p:spPr>
          <a:xfrm>
            <a:off x="5577840" y="2221992"/>
            <a:ext cx="914400" cy="365760"/>
          </a:xfrm>
          <a:prstGeom prst="downArrow">
            <a:avLst/>
          </a:prstGeom>
          <a:solidFill>
            <a:srgbClr val="566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20240" y="2560320"/>
            <a:ext cx="8229600" cy="777240"/>
          </a:xfrm>
          <a:prstGeom prst="roundRect">
            <a:avLst/>
          </a:prstGeom>
          <a:solidFill>
            <a:srgbClr val="36B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2670048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Linux system interfaces  |  /proc • /sys • statvfs() • signals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577840" y="3364991"/>
            <a:ext cx="914400" cy="365760"/>
          </a:xfrm>
          <a:prstGeom prst="downArrow">
            <a:avLst/>
          </a:prstGeom>
          <a:solidFill>
            <a:srgbClr val="566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20240" y="3703320"/>
            <a:ext cx="8229600" cy="777240"/>
          </a:xfrm>
          <a:prstGeom prst="roundRect">
            <a:avLst/>
          </a:prstGeom>
          <a:solidFill>
            <a:srgbClr val="0E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3813048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Linux Kernel  |  Process manager • memory • filesystem • device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07492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1C2536"/>
                </a:solidFill>
              </a:defRPr>
            </a:pPr>
            <a:r>
              <a:t>Optional driver path: SysGuard → /dev/sysguard → character driver → kernel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5. Major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Modular C++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4572000" cy="658368"/>
          </a:xfrm>
          <a:prstGeom prst="roundRect">
            <a:avLst/>
          </a:prstGeom>
          <a:solidFill>
            <a:srgbClr val="F1F5F9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18488"/>
            <a:ext cx="4206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E1827"/>
                </a:solidFill>
              </a:defRPr>
            </a:pPr>
            <a:r>
              <a:t>SystemInfo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4572000" cy="658368"/>
          </a:xfrm>
          <a:prstGeom prst="roundRect">
            <a:avLst/>
          </a:prstGeom>
          <a:solidFill>
            <a:srgbClr val="F1F5F9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18488"/>
            <a:ext cx="4206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E1827"/>
                </a:solidFill>
              </a:defRPr>
            </a:pPr>
            <a:r>
              <a:t>CPUMonitor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514600"/>
            <a:ext cx="4572000" cy="658368"/>
          </a:xfrm>
          <a:prstGeom prst="roundRect">
            <a:avLst/>
          </a:prstGeom>
          <a:solidFill>
            <a:srgbClr val="F1F5F9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4206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E1827"/>
                </a:solidFill>
              </a:defRPr>
            </a:pPr>
            <a:r>
              <a:t>MemoryMonitor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14600"/>
            <a:ext cx="4572000" cy="658368"/>
          </a:xfrm>
          <a:prstGeom prst="roundRect">
            <a:avLst/>
          </a:prstGeom>
          <a:solidFill>
            <a:srgbClr val="F1F5F9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24328"/>
            <a:ext cx="4206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E1827"/>
                </a:solidFill>
              </a:defRPr>
            </a:pPr>
            <a:r>
              <a:t>DiskMonitor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520440"/>
            <a:ext cx="4572000" cy="658368"/>
          </a:xfrm>
          <a:prstGeom prst="roundRect">
            <a:avLst/>
          </a:prstGeom>
          <a:solidFill>
            <a:srgbClr val="F1F5F9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30168"/>
            <a:ext cx="4206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E1827"/>
                </a:solidFill>
              </a:defRPr>
            </a:pPr>
            <a:r>
              <a:t>ProcessMonitor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520440"/>
            <a:ext cx="4572000" cy="658368"/>
          </a:xfrm>
          <a:prstGeom prst="roundRect">
            <a:avLst/>
          </a:prstGeom>
          <a:solidFill>
            <a:srgbClr val="F1F5F9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30168"/>
            <a:ext cx="4206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E1827"/>
                </a:solidFill>
              </a:defRPr>
            </a:pPr>
            <a:r>
              <a:t>HealthMonitor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4526280"/>
            <a:ext cx="4572000" cy="658368"/>
          </a:xfrm>
          <a:prstGeom prst="roundRect">
            <a:avLst/>
          </a:prstGeom>
          <a:solidFill>
            <a:srgbClr val="F1F5F9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36008"/>
            <a:ext cx="4206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E1827"/>
                </a:solidFill>
              </a:defRPr>
            </a:pPr>
            <a:r>
              <a:t>Logger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6.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What the user can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System dashboard: CPU, memory, disk, load and process count.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System information: OS, kernel, architecture, hostname, CPU model and uptime.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Process monitor: list processes, search by name, send SIGTERM.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Health monitor: HEALTHY / WARNING / CRITICAL status.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Logging: store health snapshots in sysguard.log.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7. Verified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Actual values observed during testing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074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27048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66373"/>
                </a:solidFill>
              </a:defRPr>
            </a:pPr>
            <a:r>
              <a:t>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527048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E1827"/>
                </a:solidFill>
              </a:defRPr>
            </a:pPr>
            <a:r>
              <a:t>Ubuntu 26.04.1 LTS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17320"/>
            <a:ext cx="5074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27048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66373"/>
                </a:solidFill>
              </a:defRPr>
            </a:pPr>
            <a:r>
              <a:t>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1527048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E1827"/>
                </a:solidFill>
              </a:defRPr>
            </a:pPr>
            <a:r>
              <a:t>6.18.40.1-microsoft-standard-WSL2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60320"/>
            <a:ext cx="5074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670048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66373"/>
                </a:solidFill>
              </a:defRPr>
            </a:pPr>
            <a:r>
              <a:t>CPU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670048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E1827"/>
                </a:solidFill>
              </a:defRPr>
            </a:pPr>
            <a:r>
              <a:t>AMD Ryzen 7 6800H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560320"/>
            <a:ext cx="5074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670048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66373"/>
                </a:solidFill>
              </a:defRPr>
            </a:pPr>
            <a:r>
              <a:t>Cores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70048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E1827"/>
                </a:solidFill>
              </a:defRPr>
            </a:pPr>
            <a:r>
              <a:t>16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703320"/>
            <a:ext cx="5074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13048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66373"/>
                </a:solidFill>
              </a:defRPr>
            </a:pPr>
            <a:r>
              <a:t>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813048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E1827"/>
                </a:solidFill>
              </a:defRPr>
            </a:pPr>
            <a:r>
              <a:t>7.9% used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703320"/>
            <a:ext cx="5074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813048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66373"/>
                </a:solidFill>
              </a:defRPr>
            </a:pPr>
            <a:r>
              <a:t>Disk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3813048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E1827"/>
                </a:solidFill>
              </a:defRPr>
            </a:pPr>
            <a:r>
              <a:t>5.3% 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846320"/>
            <a:ext cx="5074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956048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66373"/>
                </a:solidFill>
              </a:defRPr>
            </a:pPr>
            <a:r>
              <a:t>Processes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4956048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E1827"/>
                </a:solidFill>
              </a:defRPr>
            </a:pPr>
            <a:r>
              <a:t>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846320"/>
            <a:ext cx="5074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956048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66373"/>
                </a:solidFill>
              </a:defRPr>
            </a:pPr>
            <a:r>
              <a:t>Health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956048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E1827"/>
                </a:solidFill>
              </a:defRPr>
            </a:pPr>
            <a:r>
              <a:t>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7607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6915E"/>
                </a:solidFill>
              </a:defRPr>
            </a:pPr>
            <a:r>
              <a:t>Process search: query “bash” → PIDs 330 and 633 (2 matches)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8. Device Driver Component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Kernel-space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536"/>
                </a:solidFill>
              </a:defRPr>
            </a:pPr>
            <a:r>
              <a:t>Source: driver/sysguard_driver.c</a:t>
            </a:r>
          </a:p>
          <a:p>
            <a:pPr>
              <a:spcAft>
                <a:spcPts val="1000"/>
              </a:spcAft>
              <a:defRPr sz="1800">
                <a:solidFill>
                  <a:srgbClr val="1C2536"/>
                </a:solidFill>
              </a:defRPr>
            </a:pPr>
            <a:r>
              <a:t>Uses the Linux misc-device framework.</a:t>
            </a:r>
          </a:p>
          <a:p>
            <a:pPr>
              <a:spcAft>
                <a:spcPts val="1000"/>
              </a:spcAft>
              <a:defRPr sz="1800">
                <a:solidFill>
                  <a:srgbClr val="1C2536"/>
                </a:solidFill>
              </a:defRPr>
            </a:pPr>
            <a:r>
              <a:t>Designed to expose a read-only character device: /dev/sysguard</a:t>
            </a:r>
          </a:p>
          <a:p>
            <a:pPr>
              <a:spcAft>
                <a:spcPts val="1000"/>
              </a:spcAft>
              <a:defRPr sz="1800">
                <a:solidFill>
                  <a:srgbClr val="1C2536"/>
                </a:solidFill>
              </a:defRPr>
            </a:pPr>
            <a:r>
              <a:t>Demonstrates module initialization, device registration, file operations and copy_to_user().</a:t>
            </a:r>
          </a:p>
          <a:p>
            <a:pPr>
              <a:spcAft>
                <a:spcPts val="1000"/>
              </a:spcAft>
              <a:defRPr sz="1800">
                <a:solidFill>
                  <a:srgbClr val="1C2536"/>
                </a:solidFill>
              </a:defRPr>
            </a:pPr>
            <a:r>
              <a:t>Current WSL environment does not expose the matching kernel build tree, so runtime driver loading was not validated.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5120640"/>
            <a:ext cx="3291840" cy="640080"/>
          </a:xfrm>
          <a:prstGeom prst="roundRect">
            <a:avLst/>
          </a:prstGeom>
          <a:solidFill>
            <a:srgbClr val="DD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5239512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Transparent WSL limitation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9.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Implemented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17320"/>
            <a:ext cx="6675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Build with make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399032"/>
            <a:ext cx="2194560" cy="384048"/>
          </a:xfrm>
          <a:prstGeom prst="roundRect">
            <a:avLst/>
          </a:prstGeom>
          <a:solidFill>
            <a:srgbClr val="26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435608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84248"/>
            <a:ext cx="6675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Application launch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65960"/>
            <a:ext cx="2194560" cy="384048"/>
          </a:xfrm>
          <a:prstGeom prst="roundRect">
            <a:avLst/>
          </a:prstGeom>
          <a:solidFill>
            <a:srgbClr val="26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002536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551176"/>
            <a:ext cx="6675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532888"/>
            <a:ext cx="2194560" cy="384048"/>
          </a:xfrm>
          <a:prstGeom prst="roundRect">
            <a:avLst/>
          </a:prstGeom>
          <a:solidFill>
            <a:srgbClr val="26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569464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118104"/>
            <a:ext cx="6675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System information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099816"/>
            <a:ext cx="2194560" cy="384048"/>
          </a:xfrm>
          <a:prstGeom prst="roundRect">
            <a:avLst/>
          </a:prstGeom>
          <a:solidFill>
            <a:srgbClr val="26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136392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685032"/>
            <a:ext cx="6675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Process listing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666744"/>
            <a:ext cx="2194560" cy="384048"/>
          </a:xfrm>
          <a:prstGeom prst="roundRect">
            <a:avLst/>
          </a:prstGeom>
          <a:solidFill>
            <a:srgbClr val="26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7033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251960"/>
            <a:ext cx="6675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Process 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4233672"/>
            <a:ext cx="2194560" cy="384048"/>
          </a:xfrm>
          <a:prstGeom prst="roundRect">
            <a:avLst/>
          </a:prstGeom>
          <a:solidFill>
            <a:srgbClr val="26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4270248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18888"/>
            <a:ext cx="6675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Health snapshot log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800600"/>
            <a:ext cx="2194560" cy="384048"/>
          </a:xfrm>
          <a:prstGeom prst="roundRect">
            <a:avLst/>
          </a:prstGeom>
          <a:solidFill>
            <a:srgbClr val="26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837175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385816"/>
            <a:ext cx="6675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C2536"/>
                </a:solidFill>
              </a:defRPr>
            </a:pPr>
            <a:r>
              <a:t>Driver load in WSL2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5367528"/>
            <a:ext cx="2194560" cy="384048"/>
          </a:xfrm>
          <a:prstGeom prst="roundRect">
            <a:avLst/>
          </a:prstGeom>
          <a:solidFill>
            <a:srgbClr val="DD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04103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NOT VALIDATED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10. Logging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Verified 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828800"/>
            <a:ext cx="9966960" cy="1920240"/>
          </a:xfrm>
          <a:prstGeom prst="roundRect">
            <a:avLst/>
          </a:prstGeom>
          <a:solidFill>
            <a:srgbClr val="0E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240280"/>
            <a:ext cx="9144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CPU=0.00, MEMORY=7.91, DISK=5.26, STATUS=HEALTHY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51960"/>
            <a:ext cx="9509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C2536"/>
                </a:solidFill>
              </a:defRPr>
            </a:pPr>
            <a:r>
              <a:t>Snapshot is appended to sysguard.log.</a:t>
            </a:r>
          </a:p>
          <a:p>
            <a:pPr>
              <a:spcAft>
                <a:spcPts val="1000"/>
              </a:spcAft>
              <a:defRPr sz="1600">
                <a:solidFill>
                  <a:srgbClr val="1C2536"/>
                </a:solidFill>
              </a:defRPr>
            </a:pPr>
            <a:r>
              <a:t>The same health calculation used by the dashboard is recorded for later inspection.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11. Limitations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How the project can evolve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Limitations: Linux-specific, CLI-only, sensor support varies, minimal driver, no per-process CPU/memory percentage.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Future: ncurses real-time UI, configurable thresholds, historical CSV reports, temperature/network monitoring.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Future driver work: richer ioctl commands and additional diagnostic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69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E1827"/>
                </a:solidFill>
              </a:defRPr>
            </a:pPr>
            <a:r>
              <a:t>12.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4300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66373"/>
                </a:solidFill>
              </a:defRPr>
            </a:pPr>
            <a:r>
              <a:t>Capstone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SysGuard successfully demonstrates a modular Linux C++ application for system health monitoring.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The project integrates Linux interfaces, process concepts, resource monitoring, system programming and Git/GitHub workflow.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The character-driver source demonstrates the kernel-space portion, with the WSL kernel-header limitation documented transparently.</a:t>
            </a:r>
          </a:p>
          <a:p>
            <a:pPr>
              <a:spcAft>
                <a:spcPts val="1000"/>
              </a:spcAft>
              <a:defRPr sz="1900">
                <a:solidFill>
                  <a:srgbClr val="1C2536"/>
                </a:solidFill>
              </a:defRPr>
            </a:pPr>
            <a:r>
              <a:t>The application is functional, tested and ready for a short live demonstration.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66373"/>
                </a:solidFill>
              </a:defRPr>
            </a:pPr>
            <a:r>
              <a:t>SysGuard • Linux System Health Monitor                             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